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한국 도로의 현실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매일 7명이 죽고, 800명이 다친다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TAAS 2024 통계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5486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사망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2,581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부상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290,400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도시 교차로 사고 비중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시야 가림 사고 비중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고령 65세↑ 비중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B020"/>
                </a:solidFill>
                <a:latin typeface="맑은 고딕"/>
                <a:ea typeface="맑은 고딕"/>
                <a:cs typeface="맑은 고딕"/>
              </a:rPr>
              <a:t>기존 ADAS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• 단일 카메라 시점 → 가려진 영역 사전 인지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14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• 선행경고 0.5~1초 → 회피 성공률 25%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• Tesla FSD 등 글로벌 솔루션은 한국 8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375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    (트럭·이륜·신호·우천·우회전·스쿨존·자전거·야간)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749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• 민식이법 · 우회전 보행자 일시정지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    → 운전자 형사 책임 강화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86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출처: TAAS 2024 · KOTI 사회적 비용 추정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03_tr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04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한국 도로 특화 8 시나리오 × 도로교통법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법령·판례·정량 기여 전부 매핑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AuraView 기여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트럭 가림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27조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2019도11622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occlusion +0.55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좌측 사각 이륜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19조의2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2019도14517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측면 sweep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신호 가림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5조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2020도11458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신호 API + V2V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우천 교차로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19조 + 시행규칙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2017도9534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+0.45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 우회전 보행자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25조 4항 (2022)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2022도10752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sweep zone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⑥ 스쿨존 (민식이법)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12조 + 민식이법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헌재 2019헌마927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DSZ +0.62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⑦ 자전거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13조 + 자전거법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2021도8395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자전거 GIS +0.40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⑧ 야간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도교법 48조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2018도12521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V2V 헤드라이트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출처: 국가법령정보센터 · 대법원 종합법률정보 · 헌법재판소 판례검색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05_school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06_v2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AI 활용 — 학습도구 + 분석도구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자체 학습 Risk Transformer · AUC 0.9403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모델 사양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5486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 (2-layer, d=64)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67,970 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크기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278 KB (단말 임베드)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샘플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10,000 (15 epoch)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AdamW (lr 1e-4)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학습 성능 (Validation)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560320" cy="12801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905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0.9403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AUC (ROC)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103120"/>
            <a:ext cx="2560320" cy="12801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905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2286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0.9412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017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F1 @ 0.5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474720"/>
            <a:ext cx="2560320" cy="12801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905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657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0.9441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474720"/>
            <a:ext cx="2560320" cy="12801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905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3657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B020"/>
                </a:solidFill>
                <a:latin typeface="맑은 고딕"/>
                <a:ea typeface="맑은 고딕"/>
                <a:cs typeface="맑은 고딕"/>
              </a:rPr>
              <a:t>1.04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CPU p99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937760"/>
            <a:ext cx="219456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00176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AI 학습도구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493776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50017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AI 분석도구 (ML Kit)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모델 가중치 + 학습 메트릭 별첨 제출 (models/risk_transformer.pt 278KB)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글로벌 솔루션 대비 한국 특화 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Tesla FSD 시점 vs AuraView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Tesla FSD 등 글로벌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AuraView K-Perception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간 협업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 차량 시점만 인지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V2V Cross-Vehicle (heading 130° 가중)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prior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보행자 분류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Bus-Aware (정차/주행 prior +0.55)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마주오는 차로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단방향 모델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Bidirectional + VDS 비대칭 분석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신호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Vision-only 인식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도로교통공단 신호 API + ITS 결합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환원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데이터 폐쇄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교차로 Top-N + DSZ 결합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상세: tesla_vs_auraview.svg · auraview.allthatai.kr/gallery/?f=비교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컴플라이언스 — 가명결합 + DSZ 안심구역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개인정보보호법 · 국토부 훈령 완전 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가명결합 5단계 (개보법 28조의2)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가명화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48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HMAC-SHA256 (식별자 별도 저장)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651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TAAS × VDS × 신호 3-table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익명성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54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k≥5 자동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집계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657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100m × 100m 그리드 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16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시점·k 값·결과 해시 자동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DSZ 안심구역 (국토부 훈령 1456호)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00800" y="21031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SHA-256 사전 검증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안심구역 내 추가 결합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점수 + 우선순위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통계만 (식별자 X)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5년 로그 보존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400800" y="512064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1846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PII 마스킹 자동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512064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184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100m 그리드 양자화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정량 사회 임팩트 (TAAS 2024 baseline · lead 3.38s · 회피율 84.5%)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430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전국 도입 시 연 421명 사망 예방 · 5조 6,000억원 절감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 비율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예방/년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사망 감소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부상 감소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C8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사회비용 절감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Pilot 5%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1,694 건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2,370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2,800 억원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25%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8,470 건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105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11,852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1조 4,000 억원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100%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33,880 건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421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47,408 명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5조 6,000 억원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서울 위험 교차로 Top-10 우선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강남역 · 잠실역 · 광화문 · 신촌 · 청량리 · 건대입구 · 사당 · 홍대입구 · 신림 · 서울역 광장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→ 합계 예방 효과 약 84명/년  ·  강남역 1곳 도입만 해도 연 11.8명 예방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산출: TAAS 연간 × 도시교차로(46%) × 시나리오(42%) × 회피율(84.5%) × 도입률  ·  단가: KOTI 사회적 비용 2024 — 사망 5.5억/명, 중상 8천만/명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// 1-step 라이브 검증 — 평가자 직접 확인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430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모두 지금 작동하는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검증 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curl https://auraview.allthatai.kr/impact/submission-ready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F0F8"/>
                </a:solidFill>
                <a:latin typeface="맑은 고딕"/>
                <a:ea typeface="맑은 고딕"/>
                <a:cs typeface="맑은 고딕"/>
              </a:rPr>
              <a:t>→ ready=true · 9/9 게이트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558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sources=25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9184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33558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schema v11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329184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3558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AUC 0.9403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29184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3558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git_sha live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291840"/>
            <a:ext cx="118872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3558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✓ banned 0 leaks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18288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9592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/ui 통합 대시보드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931920"/>
            <a:ext cx="18288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99592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/story 30초 일반인용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931920"/>
            <a:ext cx="18288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399592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/scorecard 평가 5종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34840"/>
            <a:ext cx="18288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/policy 정책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434840"/>
            <a:ext cx="1828800" cy="36576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 w="12700">
            <a:solidFill>
              <a:srgbClr val="00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97480" y="44988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C8FF"/>
                </a:solidFill>
                <a:latin typeface="맑은 고딕"/>
                <a:ea typeface="맑은 고딕"/>
                <a:cs typeface="맑은 고딕"/>
              </a:rPr>
              <a:t>/competition 검증 허브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1737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E09A"/>
                </a:solidFill>
                <a:latin typeface="맑은 고딕"/>
                <a:ea typeface="맑은 고딕"/>
                <a:cs typeface="맑은 고딕"/>
              </a:rPr>
              <a:t>자료 패키지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858000" y="219456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E09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URL/사양</a:t>
                      </a:r>
                    </a:p>
                  </a:txBody>
                  <a:tcPr marL="91440" marR="91440">
                    <a:solidFill>
                      <a:srgbClr val="0D15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라이브 시스템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auraview.allthatai.kr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(MIT)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github.com/leelang7/AuraView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네이티브 APK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Galaxy Z Fold 3 v12.171 (34.6MB)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가중치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risk_transformer.pt 278KB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별첨 PDF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F0F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35쪽 (라이브 + 시각 + 근거)</a:t>
                      </a:r>
                    </a:p>
                  </a:txBody>
                  <a:tcPr marL="91440" marR="91440">
                    <a:solidFill>
                      <a:srgbClr val="080C14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858000" y="5120640"/>
            <a:ext cx="5029200" cy="1280160"/>
          </a:xfrm>
          <a:prstGeom prst="roundRect">
            <a:avLst>
              <a:gd name="adj" fmla="val 5000"/>
            </a:avLst>
          </a:prstGeom>
          <a:solidFill>
            <a:srgbClr val="00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5212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80C14"/>
                </a:solidFill>
                <a:latin typeface="맑은 고딕"/>
                <a:ea typeface="맑은 고딕"/>
                <a:cs typeface="맑은 고딕"/>
              </a:rPr>
              <a:t>B2C · B2B · B2G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56692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D1520"/>
                </a:solidFill>
                <a:latin typeface="맑은 고딕"/>
                <a:ea typeface="맑은 고딕"/>
                <a:cs typeface="맑은 고딕"/>
              </a:rPr>
              <a:t>3년차 매출 70억 · 마이데이터 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FA0B0"/>
                </a:solidFill>
                <a:latin typeface="맑은 고딕"/>
                <a:ea typeface="맑은 고딕"/>
                <a:cs typeface="맑은 고딕"/>
              </a:rPr>
              <a:t>2026 국토 · 교통 데이터 활용 경진대회 · AuraView K-Perception · v12.171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